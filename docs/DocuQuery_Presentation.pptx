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DocuQuery</a:t>
            </a:r>
          </a:p>
          <a:p>
            <a:r>
              <a:rPr sz="2200">
                <a:solidFill>
                  <a:srgbClr val="E6E1FF"/>
                </a:solidFill>
              </a:rPr>
              <a:t>A Retrieval-Augmented Web Assistant for Scientific Paper PDFs</a:t>
            </a:r>
          </a:p>
          <a:p>
            <a:r>
              <a:rPr sz="1600">
                <a:solidFill>
                  <a:srgbClr val="C9C2F5"/>
                </a:solidFill>
              </a:rPr>
              <a:t>
Minor Project  •  [Your Name]  •  [Roll No.]  • 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800" b="1">
                <a:solidFill>
                  <a:srgbClr val="FFFFFF"/>
                </a:solidFill>
              </a:rPr>
              <a:t>The Problem</a:t>
            </a:r>
          </a:p>
          <a:p>
            <a:r>
              <a:rPr sz="1300">
                <a:solidFill>
                  <a:srgbClr val="E6E1FF"/>
                </a:solidFill>
              </a:rPr>
              <a:t>Why does reading research take so long?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F2430"/>
                </a:solidFill>
              </a:rPr>
              <a:t>•  Research PDFs are long — methods, data, limits are buried deep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2430"/>
                </a:solidFill>
              </a:rPr>
              <a:t>•  Generic AI summaries hide WHERE the answer came from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2430"/>
                </a:solidFill>
              </a:rPr>
              <a:t>•  Readers must manually hunt pages to verify every claim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2430"/>
                </a:solidFill>
              </a:rPr>
              <a:t>•  Students need answers grounded in the paper — not the internet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800" b="1">
                <a:solidFill>
                  <a:srgbClr val="FFFFFF"/>
                </a:solidFill>
              </a:rPr>
              <a:t>Our Solution — DocuQuery</a:t>
            </a:r>
          </a:p>
          <a:p>
            <a:r>
              <a:rPr sz="1300">
                <a:solidFill>
                  <a:srgbClr val="E6E1FF"/>
                </a:solidFill>
              </a:rPr>
              <a:t>Upload → Ask →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Upload a research-paper PDF (any length)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Instant structured RESEARCH BRIEF: objective, data, methods, findings, limits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Ask any question — answers come ONLY from the paper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Every claim shows page + section citations (e.g. [p. 26, Data])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Evidence Trail: inspect the exact source excerpts yourself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800" b="1">
                <a:solidFill>
                  <a:srgbClr val="FFFFFF"/>
                </a:solidFill>
              </a:rPr>
              <a:t>System Architecture</a:t>
            </a:r>
          </a:p>
          <a:p>
            <a:r>
              <a:rPr sz="1300">
                <a:solidFill>
                  <a:srgbClr val="E6E1FF"/>
                </a:solidFill>
              </a:rPr>
              <a:t>Three clean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FRONTEND — HTML/CSS/JS + Bootstrap: workspace, auth, summaries, profile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BACKEND (Flask) — 30+ REST APIs: auth &amp; tokens, upload pipeline, RAG Q&amp;A, downloads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INTELLIGENCE — RAG service + Groq LLM + extractive fallback + embeddings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DATA — Supabase PostgreSQL + pgvector (cloud) / SQLite (local demo mode)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800" b="1">
                <a:solidFill>
                  <a:srgbClr val="FFFFFF"/>
                </a:solidFill>
              </a:rPr>
              <a:t>How It Works — RAG Pipeline</a:t>
            </a:r>
          </a:p>
          <a:p>
            <a:r>
              <a:rPr sz="1300">
                <a:solidFill>
                  <a:srgbClr val="E6E1FF"/>
                </a:solidFill>
              </a:rPr>
              <a:t>Retrieval-Augmented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430"/>
                </a:solidFill>
              </a:rPr>
              <a:t>•  1️⃣  Extract text page-by-page (pypdf) + scientific section detection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430"/>
                </a:solidFill>
              </a:rPr>
              <a:t>•  2️⃣  Split into overlapping passages (~1,250 chars)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430"/>
                </a:solidFill>
              </a:rPr>
              <a:t>•  3️⃣  Embed each passage → 384-d vectors (feature hashing / MiniLM)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430"/>
                </a:solidFill>
              </a:rPr>
              <a:t>•  4️⃣  Store in pgvector — HNSW indexed cosine search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430"/>
                </a:solidFill>
              </a:rPr>
              <a:t>•  5️⃣  Retrieve top-k relevant passages for the question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430"/>
                </a:solidFill>
              </a:rPr>
              <a:t>•  6️⃣  Groq LLM answers FROM those passages only, with [p. N] citations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800" b="1">
                <a:solidFill>
                  <a:srgbClr val="FFFFFF"/>
                </a:solidFill>
              </a:rPr>
              <a:t>Key Features</a:t>
            </a:r>
          </a:p>
          <a:p>
            <a:r>
              <a:rPr sz="1300">
                <a:solidFill>
                  <a:srgbClr val="E6E1FF"/>
                </a:solidFill>
              </a:rPr>
              <a:t>Complete web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F2430"/>
                </a:solidFill>
              </a:rPr>
              <a:t>•  🔐 Auth: register/login, Google Sign-In, password reset, secure tokens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430"/>
                </a:solidFill>
              </a:rPr>
              <a:t>•  📄 Upload &amp; index PDFs (up to 20 MB, multi-page)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430"/>
                </a:solidFill>
              </a:rPr>
              <a:t>•  📝 Research Brief + Evidence Trail with page citations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430"/>
                </a:solidFill>
              </a:rPr>
              <a:t>•  💬 Ask This Paper — grounded Q&amp;A chat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430"/>
                </a:solidFill>
              </a:rPr>
              <a:t>•  📚 Paper Library — reopen &amp; delete papers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430"/>
                </a:solidFill>
              </a:rPr>
              <a:t>•  📥 Download briefs (.md / .txt / .json)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430"/>
                </a:solidFill>
              </a:rPr>
              <a:t>•  👤 Profile: files, password change, Clear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800" b="1">
                <a:solidFill>
                  <a:srgbClr val="FFFFFF"/>
                </a:solidFill>
              </a:rPr>
              <a:t>Technology Stack</a:t>
            </a:r>
          </a:p>
          <a:p>
            <a:r>
              <a:rPr sz="1300">
                <a:solidFill>
                  <a:srgbClr val="E6E1FF"/>
                </a:solidFill>
              </a:rPr>
              <a:t>100% free &amp; open-source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Python + Flask — backend &amp; REST API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HTML5, CSS3, JavaScript, Bootstrap 5 — frontend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pypdf — PDF parsing  •  Groq (Llama/GPT-OSS) — LLM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Supabase PostgreSQL + pgvector — cloud database &amp; vector search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pytest (33 tests) + Puppeteer browser tests — quality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800" b="1">
                <a:solidFill>
                  <a:srgbClr val="FFFFFF"/>
                </a:solidFill>
              </a:rPr>
              <a:t>Live Demo Highlights</a:t>
            </a:r>
          </a:p>
          <a:p>
            <a:r>
              <a:rPr sz="1300">
                <a:solidFill>
                  <a:srgbClr val="E6E1FF"/>
                </a:solidFill>
              </a:rPr>
              <a:t>Tested with real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144-page survey paper → 887 passages indexed in ~10 seconds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Q: “What is pre-training?” → grounded answer citing [p. 26, Data]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Works in normal tabs AND sandboxed preview iframes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Multi-user: each account has an isolated library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Runs WITHOUT any API key (extractive preview mode)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800" b="1">
                <a:solidFill>
                  <a:srgbClr val="FFFFFF"/>
                </a:solidFill>
              </a:rPr>
              <a:t>Testing &amp; Quality</a:t>
            </a:r>
          </a:p>
          <a:p>
            <a:r>
              <a:rPr sz="1300">
                <a:solidFill>
                  <a:srgbClr val="E6E1FF"/>
                </a:solidFill>
              </a:rPr>
              <a:t>Verified end-to-end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33/33 automated pytest cases — auth, repository, PDF, embeddings, API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Browser tests (headless Chrome): 9/9 — register → upload → ask → clear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Cross-environment: tab / iframe / sandboxed iframe sign-in flows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Edge cases: invalid PDFs, oversized files, bad tokens, rate limits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800" b="1">
                <a:solidFill>
                  <a:srgbClr val="FFFFFF"/>
                </a:solidFill>
              </a:rPr>
              <a:t>Future Scope</a:t>
            </a:r>
          </a:p>
          <a:p>
            <a:r>
              <a:rPr sz="1300">
                <a:solidFill>
                  <a:srgbClr val="E6E1FF"/>
                </a:solidFill>
              </a:rPr>
              <a:t>Where this goes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OCR for scanned PDFs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Multi-paper comparison Q&amp;A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PDF export &amp; BibTeX citation generator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Email-based password reset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Retrieval quality evaluation + reranking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2430"/>
                </a:solidFill>
              </a:rPr>
              <a:t>•  Cloud deployment (gunicorn + monitoring)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Thank You!</a:t>
            </a:r>
          </a:p>
          <a:p>
            <a:r>
              <a:rPr sz="1800">
                <a:solidFill>
                  <a:srgbClr val="E6E1FF"/>
                </a:solidFill>
              </a:rPr>
              <a:t>
Questions &amp; Discussion  •  github.com/Vishal-oly/DocuQuery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